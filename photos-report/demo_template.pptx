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74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01168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[ Slide Title ]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" y="1097280"/>
            <a:ext cx="5120640" cy="2880360"/>
          </a:xfrm>
          <a:prstGeom prst="rect">
            <a:avLst/>
          </a:prstGeom>
          <a:solidFill>
            <a:srgbClr val="EEF2FF"/>
          </a:solidFill>
          <a:ln w="19050">
            <a:solidFill>
              <a:srgbClr val="C7D2F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28600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" y="27432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18CF8"/>
                </a:solidFill>
              </a:rPr>
              <a:t>PASTE SCREENSHOT HERE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30906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Right-click → Insert Picture, or drag &amp; drop an image into this zone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577840" y="1097280"/>
            <a:ext cx="32918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1097280"/>
            <a:ext cx="3291840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0972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REFERENCES / NOTES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64008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5453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[ Ref 1 — Author, Title, Year ]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42432" y="1975104"/>
            <a:ext cx="64008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947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[ Ref 2 — URL or DOI 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42432" y="2377440"/>
            <a:ext cx="64008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350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[ Ref 3 — Journal / Source 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42432" y="2779776"/>
            <a:ext cx="64008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7523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[ Ref 4 — Notes / Context ]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42432" y="3182112"/>
            <a:ext cx="64008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3154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</a:rPr>
              <a:t>[ Ref 5 — Additional info 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4592" y="4572000"/>
            <a:ext cx="8979408" cy="5715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720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4A3B8"/>
                </a:solidFill>
              </a:rPr>
              <a:t>[ Your Organization ]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572000"/>
            <a:ext cx="1188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Slide 1 of 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201168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[ Slide Title ]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4023360" cy="2377440"/>
          </a:xfrm>
          <a:prstGeom prst="rect">
            <a:avLst/>
          </a:prstGeom>
          <a:solidFill>
            <a:srgbClr val="EEF2FF"/>
          </a:solidFill>
          <a:ln w="19050">
            <a:solidFill>
              <a:srgbClr val="C7D2F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2608" y="1078992"/>
            <a:ext cx="402336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SCREENSHOT 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38528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" y="24963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8CF8"/>
                </a:solidFill>
              </a:rPr>
              <a:t>Paste screenshot here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2816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Before / Overview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078992"/>
            <a:ext cx="4023360" cy="2377440"/>
          </a:xfrm>
          <a:prstGeom prst="rect">
            <a:avLst/>
          </a:prstGeom>
          <a:solidFill>
            <a:srgbClr val="EEF2FF"/>
          </a:solidFill>
          <a:ln w="19050">
            <a:solidFill>
              <a:srgbClr val="C7D2F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0" y="1078992"/>
            <a:ext cx="402336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SCREENSHOT 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0" y="17373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24963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18CF8"/>
                </a:solidFill>
              </a:rPr>
              <a:t>Paste screenshot here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28163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After / Detail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2608" y="3611880"/>
            <a:ext cx="8321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3611880"/>
            <a:ext cx="83210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611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REFERENCES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986784"/>
            <a:ext cx="64008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959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</a:rPr>
              <a:t>[ Ref A — Paste source or citation here 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3986784"/>
            <a:ext cx="64008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959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</a:rPr>
              <a:t>[ Ref B — Paste source or citation here ]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35040" y="3986784"/>
            <a:ext cx="64008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959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</a:rPr>
              <a:t>[ Ref C — Paste source or citation here ]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4592" y="4572000"/>
            <a:ext cx="8979408" cy="5715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5720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4A3B8"/>
                </a:solidFill>
              </a:rPr>
              <a:t>[ Your Organization ]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772400" y="4572000"/>
            <a:ext cx="1188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Slide 2 of 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Macintosh PowerPoint</Application>
  <PresentationFormat>On-screen Show (16:9)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shubham shah</cp:lastModifiedBy>
  <cp:revision>1</cp:revision>
  <dcterms:created xsi:type="dcterms:W3CDTF">2026-03-07T05:05:35Z</dcterms:created>
  <dcterms:modified xsi:type="dcterms:W3CDTF">2026-03-07T05:16:44Z</dcterms:modified>
</cp:coreProperties>
</file>