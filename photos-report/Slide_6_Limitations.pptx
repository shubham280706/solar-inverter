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of Our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201168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2D1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CONSTRAINTS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6032" y="85953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the system has boundaries helps set the right expectations for deployment and use.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1170432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170432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80160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44168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468880" y="128016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1280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49808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Dependency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171907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incomplete, or inconsistent telemetry directly reduces prediction reliability and risk estimation accuracy.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164592" y="2414016"/>
            <a:ext cx="27432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Poor-quality input weakens risk estimation.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118104" y="1170432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18104" y="117043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27832" y="1280160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44168"/>
            <a:ext cx="274320" cy="274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422392" y="128016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22392" y="1280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703320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Generalization Has Limits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227832" y="171907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available inverter behavior. Different plant configurations or climates may require retraining or recalibration.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3118104" y="2414016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27832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May underperform on unseen plant conditions without adaptation.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6071616" y="1170432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71616" y="117043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81344" y="1280160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344168"/>
            <a:ext cx="274320" cy="27432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375904" y="128016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75904" y="1280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656832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Indication, Not Fault Confirmation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181344" y="171907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output signals early warning behavior — it does not guarantee an immediate confirmed physical failure.</a:t>
            </a:r>
            <a:endParaRPr lang="en-US" sz="820" dirty="0"/>
          </a:p>
        </p:txBody>
      </p:sp>
      <p:sp>
        <p:nvSpPr>
          <p:cNvPr id="37" name="Shape 32"/>
          <p:cNvSpPr/>
          <p:nvPr/>
        </p:nvSpPr>
        <p:spPr>
          <a:xfrm>
            <a:off x="6071616" y="2414016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181344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Use as decision-support, not a replacement for inspection.</a:t>
            </a:r>
            <a:endParaRPr lang="en-US" sz="780" dirty="0"/>
          </a:p>
        </p:txBody>
      </p:sp>
      <p:sp>
        <p:nvSpPr>
          <p:cNvPr id="39" name="Shape 34"/>
          <p:cNvSpPr/>
          <p:nvPr/>
        </p:nvSpPr>
        <p:spPr>
          <a:xfrm>
            <a:off x="164592" y="2798064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164592" y="2798064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274320" y="2907792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971800"/>
            <a:ext cx="274320" cy="27432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2468880" y="290779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2468880" y="29077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749808" y="28895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 Bounded by Features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274320" y="334670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explained using engineered features. Variables absent from telemetry cannot be reflected in explanations.</a:t>
            </a:r>
            <a:endParaRPr lang="en-US" sz="820" dirty="0"/>
          </a:p>
        </p:txBody>
      </p:sp>
      <p:sp>
        <p:nvSpPr>
          <p:cNvPr id="47" name="Shape 41"/>
          <p:cNvSpPr/>
          <p:nvPr/>
        </p:nvSpPr>
        <p:spPr>
          <a:xfrm>
            <a:off x="164592" y="4041648"/>
            <a:ext cx="27432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27432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model explains only what it has learned from available data.</a:t>
            </a:r>
            <a:endParaRPr lang="en-US" sz="780" dirty="0"/>
          </a:p>
        </p:txBody>
      </p:sp>
      <p:sp>
        <p:nvSpPr>
          <p:cNvPr id="49" name="Shape 43"/>
          <p:cNvSpPr/>
          <p:nvPr/>
        </p:nvSpPr>
        <p:spPr>
          <a:xfrm>
            <a:off x="3118104" y="2798064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3118104" y="2798064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227832" y="2907792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971800"/>
            <a:ext cx="274320" cy="274320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5422392" y="290779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5422392" y="29077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3703320" y="28895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Prototype-Oriented Build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3227832" y="334670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still requires large-scale testing, live pipelines, security hardening, and continuous retraining.</a:t>
            </a:r>
            <a:endParaRPr lang="en-US" sz="820" dirty="0"/>
          </a:p>
        </p:txBody>
      </p:sp>
      <p:sp>
        <p:nvSpPr>
          <p:cNvPr id="57" name="Shape 50"/>
          <p:cNvSpPr/>
          <p:nvPr/>
        </p:nvSpPr>
        <p:spPr>
          <a:xfrm>
            <a:off x="3118104" y="4041648"/>
            <a:ext cx="27432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3227832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Demonstrates feasibility — not yet full industrial deployment readiness.</a:t>
            </a:r>
            <a:endParaRPr lang="en-US" sz="780" dirty="0"/>
          </a:p>
        </p:txBody>
      </p:sp>
      <p:sp>
        <p:nvSpPr>
          <p:cNvPr id="59" name="Shape 52"/>
          <p:cNvSpPr/>
          <p:nvPr/>
        </p:nvSpPr>
        <p:spPr>
          <a:xfrm>
            <a:off x="6071616" y="2798064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6071616" y="2798064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6181344" y="2907792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971800"/>
            <a:ext cx="274320" cy="274320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8375904" y="290779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375904" y="29077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850" dirty="0"/>
          </a:p>
        </p:txBody>
      </p:sp>
      <p:sp>
        <p:nvSpPr>
          <p:cNvPr id="65" name="Text 57"/>
          <p:cNvSpPr/>
          <p:nvPr/>
        </p:nvSpPr>
        <p:spPr>
          <a:xfrm>
            <a:off x="6656832" y="28895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Context Dependency</a:t>
            </a:r>
            <a:endParaRPr lang="en-US" sz="1000" dirty="0"/>
          </a:p>
        </p:txBody>
      </p:sp>
      <p:sp>
        <p:nvSpPr>
          <p:cNvPr id="66" name="Text 58"/>
          <p:cNvSpPr/>
          <p:nvPr/>
        </p:nvSpPr>
        <p:spPr>
          <a:xfrm>
            <a:off x="6181344" y="334670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quality depends on backend responses and retrieved context accuracy. Not suitable as a sole decision source.</a:t>
            </a:r>
            <a:endParaRPr lang="en-US" sz="820" dirty="0"/>
          </a:p>
        </p:txBody>
      </p:sp>
      <p:sp>
        <p:nvSpPr>
          <p:cNvPr id="67" name="Shape 59"/>
          <p:cNvSpPr/>
          <p:nvPr/>
        </p:nvSpPr>
        <p:spPr>
          <a:xfrm>
            <a:off x="6071616" y="4041648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6181344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Supports interpretation — not a primary source for critical decisions.</a:t>
            </a:r>
            <a:endParaRPr lang="en-US" sz="780" dirty="0"/>
          </a:p>
        </p:txBody>
      </p:sp>
      <p:sp>
        <p:nvSpPr>
          <p:cNvPr id="69" name="Shape 61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256032" y="4389120"/>
            <a:ext cx="36576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402336" y="436168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is powerful as an early risk intelligence system, but its effectiveness depends on reliable data, plant-specific adaptation, and real-world deployment refinement.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2026-03-07T04:10:07Z</dcterms:created>
  <dcterms:modified xsi:type="dcterms:W3CDTF">2026-03-07T04:10:07Z</dcterms:modified>
</cp:coreProperties>
</file>