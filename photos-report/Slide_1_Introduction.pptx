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29184"/>
            <a:ext cx="1463040" cy="1463040"/>
          </a:xfrm>
          <a:prstGeom prst="ellipse">
            <a:avLst/>
          </a:prstGeom>
          <a:solidFill>
            <a:srgbClr val="0A2E1C"/>
          </a:solidFill>
          <a:ln w="19050">
            <a:solidFill>
              <a:srgbClr val="04785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566928"/>
            <a:ext cx="987552" cy="987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7520" y="1645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175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19019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2880" y="230428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Inverter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Prediction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2880" y="312724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Intelligence Platform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" y="3511296"/>
            <a:ext cx="3182112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36027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" y="3877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inverter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 before impact.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49040" y="109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CONTEXT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30752" y="384048"/>
            <a:ext cx="52486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30752" y="384048"/>
            <a:ext cx="5248656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51206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4281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an inverter fails or underperforms: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803904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03904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Loss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65776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65776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PR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327648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7648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Maint. Cost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589520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0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Impact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74904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730752" y="1828800"/>
            <a:ext cx="5248656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30752" y="1828800"/>
            <a:ext cx="5248656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840480" y="199339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41648" y="192024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inverter failure or degradation risk  7–10 days in advance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840480" y="228600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41648" y="221284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inverter telemetry (power, temperature, voltage)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840480" y="257860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041648" y="250545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explanations via Generative AI (RAG-powered)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840480" y="287121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041648" y="279806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operators to act proactively — before energy loss occurs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3749040" y="32552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730752" y="3511296"/>
            <a:ext cx="5248656" cy="104241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27000" dist="38100" dir="8100000">
              <a:srgbClr val="94A3B8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3913632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694176"/>
            <a:ext cx="292608" cy="29260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950208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992624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Shape 39"/>
          <p:cNvSpPr/>
          <p:nvPr/>
        </p:nvSpPr>
        <p:spPr>
          <a:xfrm>
            <a:off x="5175504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3694176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212080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254496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8" name="Shape 42"/>
          <p:cNvSpPr/>
          <p:nvPr/>
        </p:nvSpPr>
        <p:spPr>
          <a:xfrm>
            <a:off x="6437376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694176"/>
            <a:ext cx="292608" cy="29260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473952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7516368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2" name="Shape 45"/>
          <p:cNvSpPr/>
          <p:nvPr/>
        </p:nvSpPr>
        <p:spPr>
          <a:xfrm>
            <a:off x="7699248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3694176"/>
            <a:ext cx="292608" cy="29260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735824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solar plant monitoring from reactive troubleshooting to proactive, intelligent maintenance.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2026-03-07T04:16:22Z</dcterms:created>
  <dcterms:modified xsi:type="dcterms:W3CDTF">2026-03-07T04:16:22Z</dcterms:modified>
</cp:coreProperties>
</file>